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6510B-F4D9-5133-D97B-B3790D3D74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7E3B8-AD5F-0555-9240-5881DA2D88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DD1AC-7F4A-D5FB-6E65-8C0AFA206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3DB4-62BE-41DA-98FB-00D8D808EF7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676050-24EA-8717-DE8F-9675D26E9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4F840-DE26-14FF-3E72-A8F6A5E83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DC07-0689-41F5-82BA-8FDC92E03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7974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AFB1A-3DC2-C1F4-6E40-30101F1F6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0AD2D-1C5B-2119-B5CE-573CFD509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4B73F-A93F-C863-10E9-837EF2F64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3DB4-62BE-41DA-98FB-00D8D808EF7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14437-6A42-4687-6A34-55EE0AD7C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C5303-BFB9-B3D5-1310-D6FDD137F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DC07-0689-41F5-82BA-8FDC92E03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56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6851F-9318-849A-1863-DE198614B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83F661-F145-110C-9E78-C72E64F0A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83D4F-2BDA-15EF-EE40-C1EFD4D02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3DB4-62BE-41DA-98FB-00D8D808EF7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54A1DA-F271-16F1-9EA0-C77E35A98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DAFB8F-8395-6B90-9911-07F639E40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DC07-0689-41F5-82BA-8FDC92E03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53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E021E-4829-A9E1-4BE7-6B8BD9C98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28703-4946-08EA-4D61-EBA369F63B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8F11BE-3936-56B4-FD72-1962DA515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6A9A88-F168-1B0A-AABE-36A2CE93F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3DB4-62BE-41DA-98FB-00D8D808EF7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D574F1-A312-7B86-E9DC-BE8CEBAC1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33DB72-7163-F94D-7B80-01ACCDE6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DC07-0689-41F5-82BA-8FDC92E03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573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24392-55E3-B118-D7D8-7A097813A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8A907-9852-3845-9ECE-30CD8228C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AE947-8D27-EF2B-1405-2611CB156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8C184A-7344-DB43-33AA-21F8D24B7B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7AEB94-59D8-90F0-9F8D-F867771331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97D40A-69B2-2E7C-24DB-723C090C5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3DB4-62BE-41DA-98FB-00D8D808EF7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95452F-2F4E-E583-E20B-7FBA4D0F0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8A0C1D-A82D-EEC4-2232-2759B944E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DC07-0689-41F5-82BA-8FDC92E03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05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745A5-6847-9971-1FF9-94C0954E2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2F8E41-7780-AC33-9CC8-FEE7AF5F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3DB4-62BE-41DA-98FB-00D8D808EF7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ABA73C-1165-F651-E585-03DFB002A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998C74-6182-A18A-002E-2ADBDE854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DC07-0689-41F5-82BA-8FDC92E03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500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51852F-D4CB-C9EB-33EF-ED4D18CBC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3DB4-62BE-41DA-98FB-00D8D808EF7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827970-1C20-1AE4-1BA6-5B7A0F604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2478C4-A875-81B1-A8DC-591FB4912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DC07-0689-41F5-82BA-8FDC92E03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416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64187-D7D1-757C-B102-1A70F456E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8900CB-8ADD-7162-8047-E3EB94894E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BD618C-BB5F-6CE5-C32F-0B74701C22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6DEE3-2D76-5A53-C389-CE66544E9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3DB4-62BE-41DA-98FB-00D8D808EF7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9C097D-BEB0-07A2-AE29-4CBA2FA3C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45F83A-94FB-69E5-E267-4BF4BA62A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DC07-0689-41F5-82BA-8FDC92E03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706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8BA90-5BE2-7752-8894-A57DCCB24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9C42B4-5AB9-E42E-64FC-976804317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59BDA6-810E-52A7-0EB6-1AB249F9D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E13AF4-08A1-8EB4-359E-4CE82FE70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3DB4-62BE-41DA-98FB-00D8D808EF7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75BF9-89AB-9C22-BD57-FA6BE15DC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41A11-BC5D-1684-6127-CEE0BA959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DC07-0689-41F5-82BA-8FDC92E03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0498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92247-8416-85FB-845C-93DE51D99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E065CD-07D2-B5EC-FE73-41632CD350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A5FB0-FD15-491A-1B96-56B3DF65E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3DB4-62BE-41DA-98FB-00D8D808EF7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E8DB8-FE74-A125-BD37-48B04E332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927D82-66AE-6DB5-AADF-82B2B43DB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DC07-0689-41F5-82BA-8FDC92E03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6678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96BC5A-1607-A45B-9178-E3E18B6B95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3CA0DE-DF09-30B7-2088-62A3C77426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76140-9323-2AD6-E4FE-D56B6018A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23DB4-62BE-41DA-98FB-00D8D808EF7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519C35-CD43-CECB-72A7-F4604CD7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4F629-C58D-602C-FE8E-0D624A4E9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69DC07-0689-41F5-82BA-8FDC92E03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34575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10005A-5EC5-AFC5-DF1C-617077BB8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9C064-F28F-E69E-08C9-307A96E20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AF444D-8B49-003C-1927-12740F6BBE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23DB4-62BE-41DA-98FB-00D8D808EF74}" type="datetimeFigureOut">
              <a:rPr lang="en-IN" smtClean="0"/>
              <a:t>17-08-2026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27261-B0B8-4565-7F3A-999262F652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1519F-F6C3-9DE1-BDDD-2664C6FF5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69DC07-0689-41F5-82BA-8FDC92E03D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5390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icture">
            <a:extLst>
              <a:ext uri="{FF2B5EF4-FFF2-40B4-BE49-F238E27FC236}">
                <a16:creationId xmlns:a16="http://schemas.microsoft.com/office/drawing/2014/main" id="{00000000-0008-0000-0400-00000200000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2096402"/>
            <a:ext cx="5753100" cy="31223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06CE87-6E31-C883-E2A4-6272CC9A8405}"/>
              </a:ext>
            </a:extLst>
          </p:cNvPr>
          <p:cNvSpPr txBox="1"/>
          <p:nvPr/>
        </p:nvSpPr>
        <p:spPr>
          <a:xfrm>
            <a:off x="228600" y="152400"/>
            <a:ext cx="5753100" cy="33855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IN" sz="1600" b="1">
                <a:latin typeface="Calibri" panose="020F0502020204030204" pitchFamily="34" charset="0"/>
              </a:rPr>
              <a:t>Sales Overview</a:t>
            </a:r>
          </a:p>
        </p:txBody>
      </p:sp>
      <p:pic>
        <p:nvPicPr>
          <p:cNvPr id="4" name="Image 1" descr="Picture">
            <a:extLst>
              <a:ext uri="{FF2B5EF4-FFF2-40B4-BE49-F238E27FC236}">
                <a16:creationId xmlns:a16="http://schemas.microsoft.com/office/drawing/2014/main" id="{00000000-0008-0000-0500-00000200000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10300" y="2072467"/>
            <a:ext cx="5753100" cy="317026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82B7CB-496A-53EC-252E-877151877B92}"/>
              </a:ext>
            </a:extLst>
          </p:cNvPr>
          <p:cNvSpPr txBox="1"/>
          <p:nvPr/>
        </p:nvSpPr>
        <p:spPr>
          <a:xfrm>
            <a:off x="6210300" y="152400"/>
            <a:ext cx="5753100" cy="33855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IN" sz="1600" b="1">
                <a:latin typeface="Calibri" panose="020F0502020204030204" pitchFamily="34" charset="0"/>
              </a:rPr>
              <a:t>Channel &amp; Payment Dashboard</a:t>
            </a:r>
          </a:p>
        </p:txBody>
      </p:sp>
    </p:spTree>
    <p:extLst>
      <p:ext uri="{BB962C8B-B14F-4D97-AF65-F5344CB8AC3E}">
        <p14:creationId xmlns:p14="http://schemas.microsoft.com/office/powerpoint/2010/main" val="914664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 descr="Picture">
            <a:extLst>
              <a:ext uri="{FF2B5EF4-FFF2-40B4-BE49-F238E27FC236}">
                <a16:creationId xmlns:a16="http://schemas.microsoft.com/office/drawing/2014/main" id="{00000000-0008-0000-0600-000002000000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8600" y="2072914"/>
            <a:ext cx="5753100" cy="316937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A5080DB-C61E-322E-75A4-A50735C58B9A}"/>
              </a:ext>
            </a:extLst>
          </p:cNvPr>
          <p:cNvSpPr txBox="1"/>
          <p:nvPr/>
        </p:nvSpPr>
        <p:spPr>
          <a:xfrm>
            <a:off x="228600" y="152400"/>
            <a:ext cx="5753100" cy="33855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IN" sz="1600" b="1">
                <a:latin typeface="Calibri" panose="020F0502020204030204" pitchFamily="34" charset="0"/>
              </a:rPr>
              <a:t>Product Performance Dashboard</a:t>
            </a:r>
          </a:p>
        </p:txBody>
      </p:sp>
      <p:pic>
        <p:nvPicPr>
          <p:cNvPr id="4" name="Image 1" descr="Picture">
            <a:extLst>
              <a:ext uri="{FF2B5EF4-FFF2-40B4-BE49-F238E27FC236}">
                <a16:creationId xmlns:a16="http://schemas.microsoft.com/office/drawing/2014/main" id="{00000000-0008-0000-0700-00000200000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210300" y="2072308"/>
            <a:ext cx="5753100" cy="317058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BA4A0D7-B4AE-61DE-3383-E8031634EB2D}"/>
              </a:ext>
            </a:extLst>
          </p:cNvPr>
          <p:cNvSpPr txBox="1"/>
          <p:nvPr/>
        </p:nvSpPr>
        <p:spPr>
          <a:xfrm>
            <a:off x="6210300" y="152400"/>
            <a:ext cx="5753100" cy="33855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IN" sz="1600" b="1">
                <a:latin typeface="Calibri" panose="020F0502020204030204" pitchFamily="34" charset="0"/>
              </a:rPr>
              <a:t>Category &amp; Trend Dashboard</a:t>
            </a:r>
          </a:p>
        </p:txBody>
      </p:sp>
    </p:spTree>
    <p:extLst>
      <p:ext uri="{BB962C8B-B14F-4D97-AF65-F5344CB8AC3E}">
        <p14:creationId xmlns:p14="http://schemas.microsoft.com/office/powerpoint/2010/main" val="596494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Custom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nbrachana26@outlook.com</dc:creator>
  <cp:lastModifiedBy>nbrachana26@outlook.com</cp:lastModifiedBy>
  <cp:revision>1</cp:revision>
  <dcterms:created xsi:type="dcterms:W3CDTF">2026-08-17T07:21:09Z</dcterms:created>
  <dcterms:modified xsi:type="dcterms:W3CDTF">2026-08-17T07:21:09Z</dcterms:modified>
</cp:coreProperties>
</file>